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embeddedFontLst>
    <p:embeddedFont>
      <p:font typeface="Book Antiqua" panose="02040602050305030304" pitchFamily="18" charset="0"/>
      <p:regular r:id="rId18"/>
      <p:bold r:id="rId19"/>
      <p:italic r:id="rId20"/>
      <p:boldItalic r:id="rId21"/>
    </p:embeddedFont>
    <p:embeddedFont>
      <p:font typeface="Gill Sans" panose="020B0604020202020204" charset="0"/>
      <p:regular r:id="rId22"/>
      <p:bold r:id="rId23"/>
    </p:embeddedFont>
    <p:embeddedFont>
      <p:font typeface="Times" panose="02020603050405020304" pitchFamily="18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IZEkvYLgyP5wKa9hTpBJ8VFzV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2F9F8-4607-404F-9F69-EBFE31B743EF}">
  <a:tblStyle styleId="{0F42F9F8-4607-404F-9F69-EBFE31B743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52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5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78976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9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3008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4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3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5418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7192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6141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6954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ctrTitle"/>
          </p:nvPr>
        </p:nvSpPr>
        <p:spPr>
          <a:xfrm>
            <a:off x="3658361" y="487502"/>
            <a:ext cx="4875276" cy="680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6820916" y="6546434"/>
            <a:ext cx="720725" cy="20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1675998" y="6546434"/>
            <a:ext cx="228600" cy="20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246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4323080" y="305180"/>
            <a:ext cx="3545840" cy="680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6820916" y="6546434"/>
            <a:ext cx="720725" cy="20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11675998" y="6546434"/>
            <a:ext cx="228600" cy="20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B5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90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78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1250886" y="1709291"/>
            <a:ext cx="9847197" cy="1335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184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Mini Project Review - II</a:t>
            </a:r>
            <a:endParaRPr sz="2400" b="1" dirty="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CONTROL MOUSE</a:t>
            </a:r>
            <a:endParaRPr sz="3800" dirty="0">
              <a:solidFill>
                <a:srgbClr val="7692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5236" y="4993026"/>
            <a:ext cx="9847197" cy="10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635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5F49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	Of </a:t>
            </a:r>
            <a:r>
              <a:rPr lang="en-IN" sz="2600" b="1" dirty="0">
                <a:solidFill>
                  <a:srgbClr val="5F49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&amp; Telecommunication</a:t>
            </a:r>
            <a:endParaRPr sz="2600" dirty="0">
              <a:solidFill>
                <a:srgbClr val="5F49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5F49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KJEI, Trinity Academy of Engineering, Pune.</a:t>
            </a:r>
            <a:endParaRPr sz="2600" dirty="0">
              <a:solidFill>
                <a:srgbClr val="5F49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09600" y="3628421"/>
            <a:ext cx="4609225" cy="157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71310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</a:t>
            </a:r>
            <a:endParaRPr sz="2000" b="1" dirty="0">
              <a:solidFill>
                <a:srgbClr val="31859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713105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Pratik Raj Harsh : 3224</a:t>
            </a:r>
          </a:p>
          <a:p>
            <a:pPr marL="12700" marR="5080" lvl="0" indent="713105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Arnav </a:t>
            </a:r>
            <a:r>
              <a:rPr lang="en-US" sz="2000" b="1" dirty="0" err="1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Shiketode</a:t>
            </a:r>
            <a:r>
              <a:rPr lang="en-US" sz="2000" b="1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: 3236</a:t>
            </a:r>
          </a:p>
          <a:p>
            <a:pPr marL="12700" marR="5080" indent="713105" algn="just">
              <a:spcBef>
                <a:spcPts val="100"/>
              </a:spcBef>
            </a:pPr>
            <a:r>
              <a:rPr lang="en-US" sz="2000" b="1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Sumit Bhavsar      : 3243</a:t>
            </a:r>
          </a:p>
          <a:p>
            <a:pPr marL="12700" marR="5080" lvl="0" indent="71310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3000375" y="120445"/>
            <a:ext cx="6505575" cy="15843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528" r="-3405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7000875" y="3702760"/>
            <a:ext cx="2427605" cy="3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dirty="0"/>
          </a:p>
        </p:txBody>
      </p:sp>
      <p:pic>
        <p:nvPicPr>
          <p:cNvPr id="1026" name="Picture 2" descr="Trinity Logo Hi-res 2">
            <a:extLst>
              <a:ext uri="{FF2B5EF4-FFF2-40B4-BE49-F238E27FC236}">
                <a16:creationId xmlns:a16="http://schemas.microsoft.com/office/drawing/2014/main" id="{D783A898-8CFA-18FB-65D5-13D79F8CC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411" y="3338995"/>
            <a:ext cx="1855139" cy="158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0A69FD-0860-A22E-3639-CCDB360EF0E9}"/>
              </a:ext>
            </a:extLst>
          </p:cNvPr>
          <p:cNvSpPr txBox="1"/>
          <p:nvPr/>
        </p:nvSpPr>
        <p:spPr>
          <a:xfrm>
            <a:off x="8849600" y="3702760"/>
            <a:ext cx="233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 new roman "/>
              </a:rPr>
              <a:t>Prof. Supriya </a:t>
            </a:r>
            <a:r>
              <a:rPr lang="en-IN" sz="2000" b="1" dirty="0" err="1">
                <a:latin typeface="Time new roman "/>
              </a:rPr>
              <a:t>Dhoke</a:t>
            </a:r>
            <a:r>
              <a:rPr lang="en-IN" sz="2000" b="1" dirty="0">
                <a:latin typeface="Time new roman 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title"/>
          </p:nvPr>
        </p:nvSpPr>
        <p:spPr>
          <a:xfrm>
            <a:off x="1905001" y="487502"/>
            <a:ext cx="9770998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/>
              <a:t>      CONTENTS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05/3/2026</a:t>
            </a:r>
            <a:endParaRPr dirty="0"/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1905001" y="1827739"/>
            <a:ext cx="9085198" cy="269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Specifications of proposed systems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marR="0" lvl="0" indent="-2622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marR="0" lvl="0" indent="-2622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&amp; Future scope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805936" y="581041"/>
            <a:ext cx="9847198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INTRODUCTION</a:t>
            </a:r>
            <a:endParaRPr dirty="0"/>
          </a:p>
        </p:txBody>
      </p:sp>
      <p:sp>
        <p:nvSpPr>
          <p:cNvPr id="81" name="Google Shape;81;p3"/>
          <p:cNvSpPr txBox="1"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05/3/2026</a:t>
            </a:r>
            <a:endParaRPr dirty="0"/>
          </a:p>
        </p:txBody>
      </p:sp>
      <p:sp>
        <p:nvSpPr>
          <p:cNvPr id="79" name="Google Shape;79;p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C9EA1-D437-9BE1-DCC3-91CEACB96680}"/>
              </a:ext>
            </a:extLst>
          </p:cNvPr>
          <p:cNvSpPr txBox="1"/>
          <p:nvPr/>
        </p:nvSpPr>
        <p:spPr>
          <a:xfrm>
            <a:off x="1219200" y="1995948"/>
            <a:ext cx="99932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 new roman "/>
              </a:rPr>
              <a:t>The Gesture Controlled Mouse is a system that allows users to control the computer cursor using hand gestures instead of a traditional mouse.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 new roman 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 new roman "/>
              </a:rPr>
              <a:t>The system uses sensors such as MPU6050 and flex sensors connected to a </a:t>
            </a:r>
            <a:r>
              <a:rPr lang="en-US" sz="2400" dirty="0" err="1">
                <a:latin typeface="Time new roman "/>
              </a:rPr>
              <a:t>NodeMCU</a:t>
            </a:r>
            <a:r>
              <a:rPr lang="en-US" sz="2400" dirty="0">
                <a:latin typeface="Time new roman "/>
              </a:rPr>
              <a:t> (ESP8266) to detect hand movements and finger bending. The detected signals are processed and sent to the computer.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 new roman 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 new roman "/>
              </a:rPr>
              <a:t>Using Python libraries like </a:t>
            </a:r>
            <a:r>
              <a:rPr lang="en-US" sz="2400" dirty="0" err="1">
                <a:latin typeface="Time new roman "/>
              </a:rPr>
              <a:t>pyserial</a:t>
            </a:r>
            <a:r>
              <a:rPr lang="en-US" sz="2400" dirty="0">
                <a:latin typeface="Time new roman "/>
              </a:rPr>
              <a:t> and </a:t>
            </a:r>
            <a:r>
              <a:rPr lang="en-US" sz="2400" dirty="0" err="1">
                <a:latin typeface="Time new roman "/>
              </a:rPr>
              <a:t>pyautogui</a:t>
            </a:r>
            <a:r>
              <a:rPr lang="en-US" sz="2400" dirty="0">
                <a:latin typeface="Time new roman "/>
              </a:rPr>
              <a:t>, the gestures are converted into mouse actions such as cursor movement, left click, and right click, enabling touchless human–computer interaction.</a:t>
            </a:r>
            <a:endParaRPr lang="en-IN" sz="2400" dirty="0">
              <a:latin typeface="Time new roman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1978852" y="304800"/>
            <a:ext cx="9650346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/>
              <a:t>LITERATURE SURVEY</a:t>
            </a:r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05/03/2026</a:t>
            </a:r>
            <a:endParaRPr dirty="0"/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88" name="Google Shape;88;p4"/>
          <p:cNvGraphicFramePr/>
          <p:nvPr>
            <p:extLst>
              <p:ext uri="{D42A27DB-BD31-4B8C-83A1-F6EECF244321}">
                <p14:modId xmlns:p14="http://schemas.microsoft.com/office/powerpoint/2010/main" val="570655978"/>
              </p:ext>
            </p:extLst>
          </p:nvPr>
        </p:nvGraphicFramePr>
        <p:xfrm>
          <a:off x="1992848" y="963810"/>
          <a:ext cx="8751350" cy="5284600"/>
        </p:xfrm>
        <a:graphic>
          <a:graphicData uri="http://schemas.openxmlformats.org/drawingml/2006/table">
            <a:tbl>
              <a:tblPr firstRow="1" lastCol="1" bandRow="1">
                <a:noFill/>
                <a:tableStyleId>{0F42F9F8-4607-404F-9F69-EBFE31B743EF}</a:tableStyleId>
              </a:tblPr>
              <a:tblGrid>
                <a:gridCol w="8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6725">
                <a:tc>
                  <a:txBody>
                    <a:bodyPr/>
                    <a:lstStyle/>
                    <a:p>
                      <a:pPr marL="18732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Sr.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marL="12382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No.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568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Title of paper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4273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Author Name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187325" marR="177800" lvl="0" indent="223519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Year of  Publication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575">
                <a:tc>
                  <a:txBody>
                    <a:bodyPr/>
                    <a:lstStyle/>
                    <a:p>
                      <a:pPr marL="914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/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128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and Implementation of Gesture Controlled Mouse Using MPU6050</a:t>
                      </a:r>
                      <a:endParaRPr sz="20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A. Kumar, R. Sharma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575">
                <a:tc>
                  <a:txBody>
                    <a:bodyPr/>
                    <a:lstStyle/>
                    <a:p>
                      <a:pPr marL="914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Wearable Gesture Recognition System for Human Computer Interaction</a:t>
                      </a:r>
                      <a:endParaRPr sz="20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Patel, M. Shah, K. Mehta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8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2725">
                <a:tc>
                  <a:txBody>
                    <a:bodyPr/>
                    <a:lstStyle/>
                    <a:p>
                      <a:pPr marL="914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 sz="1800" u="none" strike="noStrike" cap="non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1915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 Gesture Based Wireless Mouse Using Accelerometer and Gyroscope</a:t>
                      </a:r>
                      <a:endParaRPr sz="2000" b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255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P. Singh, T. Verma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7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>
            <a:spLocks noGrp="1"/>
          </p:cNvSpPr>
          <p:nvPr>
            <p:ph type="ctrTitle"/>
          </p:nvPr>
        </p:nvSpPr>
        <p:spPr>
          <a:xfrm>
            <a:off x="1302583" y="465728"/>
            <a:ext cx="9847197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64718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           OBJECTIVES</a:t>
            </a:r>
            <a:endParaRPr dirty="0"/>
          </a:p>
        </p:txBody>
      </p:sp>
      <p:sp>
        <p:nvSpPr>
          <p:cNvPr id="97" name="Google Shape;97;p5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20/6/2021</a:t>
            </a:r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CFE50-7C70-187F-D7D4-92394CB39BA8}"/>
              </a:ext>
            </a:extLst>
          </p:cNvPr>
          <p:cNvSpPr txBox="1"/>
          <p:nvPr/>
        </p:nvSpPr>
        <p:spPr>
          <a:xfrm>
            <a:off x="1042219" y="1927123"/>
            <a:ext cx="101075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 new roman "/>
              </a:rPr>
              <a:t>To design and develop a gesture-based mouse system that allows users to control a computer cursor using hand movements instead of a traditional mouse.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 new roman 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 new roman "/>
              </a:rPr>
              <a:t>To integrate sensors and microcontroller, such as MPU6050, flex sensor, and </a:t>
            </a:r>
            <a:r>
              <a:rPr lang="en-US" sz="2400" dirty="0" err="1">
                <a:latin typeface="Time new roman "/>
              </a:rPr>
              <a:t>NodeMCU</a:t>
            </a:r>
            <a:r>
              <a:rPr lang="en-US" sz="2400" dirty="0">
                <a:latin typeface="Time new roman "/>
              </a:rPr>
              <a:t> (ESP8266), to detect and transmit hand gestures to the computer.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 new roman 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 new roman "/>
              </a:rPr>
              <a:t>To implement gesture recognition using Python, converting sensor data into mouse actions like cursor movement and clicking using libraries such as </a:t>
            </a:r>
            <a:r>
              <a:rPr lang="en-US" sz="2400" dirty="0" err="1">
                <a:latin typeface="Time new roman "/>
              </a:rPr>
              <a:t>pyserial</a:t>
            </a:r>
            <a:r>
              <a:rPr lang="en-US" sz="2400" dirty="0">
                <a:latin typeface="Time new roman "/>
              </a:rPr>
              <a:t> and </a:t>
            </a:r>
            <a:r>
              <a:rPr lang="en-US" sz="2400" dirty="0" err="1">
                <a:latin typeface="Time new roman "/>
              </a:rPr>
              <a:t>pyautogui</a:t>
            </a:r>
            <a:r>
              <a:rPr lang="en-US" sz="2400" dirty="0">
                <a:latin typeface="Time new roman "/>
              </a:rPr>
              <a:t>.</a:t>
            </a:r>
            <a:endParaRPr lang="en-IN" sz="2400" dirty="0">
              <a:latin typeface="Time new roman 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1905000" y="485978"/>
            <a:ext cx="9906000" cy="112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Algorithm / </a:t>
            </a:r>
            <a:r>
              <a:rPr lang="en-US" sz="3600" b="1">
                <a:latin typeface="Book Antiqua"/>
                <a:ea typeface="Book Antiqua"/>
                <a:cs typeface="Book Antiqua"/>
                <a:sym typeface="Book Antiqua"/>
              </a:rPr>
              <a:t>Plan of implementation:</a:t>
            </a:r>
            <a:br>
              <a:rPr lang="en-US" sz="3600" b="1"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(Optional)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dt" sz="half" idx="10"/>
          </p:nvPr>
        </p:nvSpPr>
        <p:spPr>
          <a:xfrm>
            <a:off x="1087448" y="6479441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05/3/2026</a:t>
            </a:r>
            <a:endParaRPr dirty="0"/>
          </a:p>
        </p:txBody>
      </p:sp>
      <p:sp>
        <p:nvSpPr>
          <p:cNvPr id="103" name="Google Shape;103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187245" y="1388806"/>
            <a:ext cx="9677400" cy="612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</a:t>
            </a:r>
            <a:r>
              <a:rPr lang="en-IN" sz="2000" dirty="0"/>
              <a:t>Start the system.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Initialize the hardware components such as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(ESP8266), MPU6050 sensor, and flex sensor.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Establish serial communication between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computer.</a:t>
            </a:r>
            <a:endParaRPr lang="en-US" sz="2000" dirty="0">
              <a:sym typeface="Times New Roman"/>
            </a:endParaRP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Read sensor data from MPU6050 (accelerometer/gyroscope) and flex sensor continuously.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Process the sensor values in the microcontroller and send the data to the computer through serial communication. 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Step 6: Receive the sensor data in the Python program using the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pyserial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 library.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Step 7: Interpret the gestures by analyzing the received sensor values.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Step 8: Convert the gestures into mouse actions such as cursor movement, left click, or right click using the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pyautogui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 library.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Step 9: Execute the corresponding mouse operation on the computer screen.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Step 10: Repeat the process continuously until the system is stopped.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Times New Roman"/>
              </a:rPr>
              <a:t>Step 11: End the program.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AD4034-D940-8549-38E8-949BA614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 the gestures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analyzing the received sensor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/>
        </p:nvSpPr>
        <p:spPr>
          <a:xfrm>
            <a:off x="1828800" y="304800"/>
            <a:ext cx="6400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CHART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(Optional)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05/3/2026</a:t>
            </a:r>
            <a:endParaRPr dirty="0"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119EB-B311-5C6A-47C0-FEAA65761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333" y="1002889"/>
            <a:ext cx="4569333" cy="52995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7DF7-389E-4A9B-44B5-9B1883C2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-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462FF-3525-A8EA-ACA5-1AEC5474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397202B-D712-4C72-FFBA-3147733CA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119" y="1846263"/>
            <a:ext cx="603408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8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1979486" y="381000"/>
            <a:ext cx="9682860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    Specifications of Proposed system</a:t>
            </a:r>
            <a:endParaRPr sz="4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8"/>
          <p:cNvSpPr txBox="1">
            <a:spLocks noGrp="1"/>
          </p:cNvSpPr>
          <p:nvPr>
            <p:ph type="dt" sz="half" idx="10"/>
          </p:nvPr>
        </p:nvSpPr>
        <p:spPr>
          <a:xfrm>
            <a:off x="663208" y="5798358"/>
            <a:ext cx="2632555" cy="23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1323722" y="1813974"/>
            <a:ext cx="9770998" cy="398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5310" marR="671830" lvl="0" indent="-28575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an MPU6050 sensor to detect hand tilt and motion for cursor movement.</a:t>
            </a:r>
            <a:r>
              <a:rPr lang="en-US" sz="2200" b="1" dirty="0">
                <a:solidFill>
                  <a:srgbClr val="C21E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  <a:p>
            <a:pPr marL="575310" marR="671830" lvl="0" indent="-285750" algn="just" rtl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flex sensor is used to detect finger bending for performing mouse click actions. 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5310" marR="671830" lvl="0" indent="-285750" algn="just" rtl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(ESP8266) processes the sensor data and controls the system.</a:t>
            </a:r>
            <a:endParaRPr dirty="0"/>
          </a:p>
          <a:p>
            <a:pPr marL="575310" marR="671830" lvl="0" indent="-285750" algn="just" rtl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sent to the computer through USB serial communication or Wi-Fi.</a:t>
            </a: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5310" marR="671830" lvl="0" indent="-285750" algn="just" rtl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Python program converts the received data into mouse cursor movement and click commands.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>
            <a:spLocks noGrp="1"/>
          </p:cNvSpPr>
          <p:nvPr>
            <p:ph type="title"/>
          </p:nvPr>
        </p:nvSpPr>
        <p:spPr>
          <a:xfrm>
            <a:off x="2438400" y="544104"/>
            <a:ext cx="9923398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	ADVANTAGES</a:t>
            </a:r>
            <a:endParaRPr dirty="0"/>
          </a:p>
        </p:txBody>
      </p:sp>
      <p:sp>
        <p:nvSpPr>
          <p:cNvPr id="129" name="Google Shape;129;p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20/6/2021</a:t>
            </a:r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2438400" y="1828800"/>
            <a:ext cx="90678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system using affordable sensors.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Portable and wearable design.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touchless computer control.</a:t>
            </a:r>
            <a:endParaRPr dirty="0"/>
          </a:p>
          <a:p>
            <a:pPr marL="457200" lvl="0" indent="-4572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and lightweight design.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1713271" y="474169"/>
            <a:ext cx="3810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endParaRPr sz="4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2667000" y="1634412"/>
            <a:ext cx="64008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latin typeface="Time new roman "/>
              </a:rPr>
              <a:t>Smart classrooms</a:t>
            </a:r>
            <a:r>
              <a:rPr lang="en-US" sz="2400" dirty="0">
                <a:latin typeface="Time new roman "/>
              </a:rPr>
              <a:t> – teachers can control presentations using hand gestures</a:t>
            </a:r>
            <a:r>
              <a:rPr lang="en-US" sz="2400" dirty="0">
                <a:solidFill>
                  <a:schemeClr val="dk1"/>
                </a:solidFill>
                <a:latin typeface="Time new roman 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latin typeface="Time new roman "/>
            </a:endParaRPr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latin typeface="Time new roman "/>
              </a:rPr>
              <a:t>Gaming systems </a:t>
            </a:r>
            <a:r>
              <a:rPr lang="en-US" sz="2400" dirty="0">
                <a:latin typeface="Time new roman "/>
              </a:rPr>
              <a:t>– gesture-based control for interactive games.</a:t>
            </a:r>
            <a:endParaRPr sz="2400" dirty="0">
              <a:latin typeface="Time new roman 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1828800" y="305180"/>
            <a:ext cx="9847198" cy="62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39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/>
              <a:t>CONCLUSION</a:t>
            </a:r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20/6/2021</a:t>
            </a:r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1376516" y="1887794"/>
            <a:ext cx="9847198" cy="495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Gesture Control Mouse system provides a touchless way to control a computer using hand gestures.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MPU6050 motion sensor, flex sensor, and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detect hand movement and finger bending.. 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converts these gestures into cursor movement and mouse click actions using a Python program.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is low-cost, portable, and efficient.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buClr>
                <a:srgbClr val="000000"/>
              </a:buClr>
              <a:buSzPts val="2400"/>
            </a:pPr>
            <a:endParaRPr sz="2400" dirty="0">
              <a:solidFill>
                <a:schemeClr val="dk1"/>
              </a:solidFill>
              <a:latin typeface="Time new roman 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>
            <a:spLocks noGrp="1"/>
          </p:cNvSpPr>
          <p:nvPr>
            <p:ph type="title"/>
          </p:nvPr>
        </p:nvSpPr>
        <p:spPr>
          <a:xfrm>
            <a:off x="4323080" y="305180"/>
            <a:ext cx="48209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"/>
                <a:ea typeface="Times"/>
                <a:cs typeface="Times"/>
                <a:sym typeface="Times"/>
              </a:rPr>
              <a:t>     FUTURE SCOPE</a:t>
            </a:r>
            <a:endParaRPr sz="3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" name="Google Shape;153;p1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20/6/2021</a:t>
            </a:r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1" name="Google Shape;151;p12"/>
          <p:cNvSpPr txBox="1"/>
          <p:nvPr/>
        </p:nvSpPr>
        <p:spPr>
          <a:xfrm>
            <a:off x="1796845" y="1868130"/>
            <a:ext cx="8839200" cy="295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accuracy and response time using better sensors.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battery-powered wireless operation for full portability.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/>
          </a:p>
          <a:p>
            <a:pPr marL="285750" marR="0" lvl="0" indent="-133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1828800" y="267970"/>
            <a:ext cx="9847197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/>
              <a:t>REFERENCES</a:t>
            </a:r>
            <a:endParaRPr sz="4000" b="1"/>
          </a:p>
        </p:txBody>
      </p:sp>
      <p:sp>
        <p:nvSpPr>
          <p:cNvPr id="161" name="Google Shape;161;p13"/>
          <p:cNvSpPr txBox="1">
            <a:spLocks noGrp="1"/>
          </p:cNvSpPr>
          <p:nvPr>
            <p:ph type="dt" sz="half" idx="10"/>
          </p:nvPr>
        </p:nvSpPr>
        <p:spPr>
          <a:xfrm>
            <a:off x="949796" y="5984921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134301" y="1860755"/>
            <a:ext cx="9923397" cy="412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[1]. A. Kumar and R. Sharma, “Design and Implementation of Gesture Controlled Mouse Using MPU6050,” International Journal of Engineering Research &amp; Technology (IJERT), vol. 9, no. 5, pp. 123–126, 2020.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[2].S. Patel, M. Shah, and K. Mehta, “Wearable Gesture Recognition System for Human Computer Interaction,” IEEE International Conference on Smart Computing, pp. 45–50, 2019.</a:t>
            </a:r>
            <a:endParaRPr dirty="0"/>
          </a:p>
          <a:p>
            <a:pPr marL="34290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[3]. P. Singh and T. Verma, “Hand Gesture Based Wireless Mouse Using Accelerometer and Gyroscope,” International Journal of Innovative Research in Science and Engineering, vol. 7, no. 4, 2021.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05/3/2026</a:t>
            </a:r>
            <a:endParaRPr dirty="0"/>
          </a:p>
        </p:txBody>
      </p:sp>
      <p:sp>
        <p:nvSpPr>
          <p:cNvPr id="166" name="Google Shape;166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0" y="2438400"/>
            <a:ext cx="5105400" cy="160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112</TotalTime>
  <Words>864</Words>
  <Application>Microsoft Office PowerPoint</Application>
  <PresentationFormat>Widescreen</PresentationFormat>
  <Paragraphs>129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Calibri</vt:lpstr>
      <vt:lpstr>Book Antiqua</vt:lpstr>
      <vt:lpstr>Arial</vt:lpstr>
      <vt:lpstr>Times New Roman</vt:lpstr>
      <vt:lpstr>Time new roman </vt:lpstr>
      <vt:lpstr>Times</vt:lpstr>
      <vt:lpstr>Calibri Light</vt:lpstr>
      <vt:lpstr>Gill Sans</vt:lpstr>
      <vt:lpstr>Retrospect</vt:lpstr>
      <vt:lpstr>PowerPoint Presentation</vt:lpstr>
      <vt:lpstr>      CONTENTS</vt:lpstr>
      <vt:lpstr>INTRODUCTION</vt:lpstr>
      <vt:lpstr>LITERATURE SURVEY</vt:lpstr>
      <vt:lpstr>           OBJECTIVES</vt:lpstr>
      <vt:lpstr>Algorithm / Plan of implementation: (Optional)</vt:lpstr>
      <vt:lpstr>PowerPoint Presentation</vt:lpstr>
      <vt:lpstr>Circuit Diagram - </vt:lpstr>
      <vt:lpstr>    Specifications of Proposed system</vt:lpstr>
      <vt:lpstr> ADVANTAGES</vt:lpstr>
      <vt:lpstr>PowerPoint Presentation</vt:lpstr>
      <vt:lpstr>CONCLUSION</vt:lpstr>
      <vt:lpstr>    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Sumit Bhavsar</cp:lastModifiedBy>
  <cp:revision>8</cp:revision>
  <dcterms:created xsi:type="dcterms:W3CDTF">2020-11-28T05:01:57Z</dcterms:created>
  <dcterms:modified xsi:type="dcterms:W3CDTF">2026-03-05T08:14:54Z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2020-11-28T00:00:00Z</vt:filetime>
  </property>
</Properties>
</file>