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79938" y="260412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747221"/>
            <a:ext cx="8033353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dirty="0"/>
              <a:t>AI-Powered Camera-Free Smart Pen for Handwriting Digitization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 +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395246"/>
            <a:ext cx="11252627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pPr algn="just"/>
            <a:r>
              <a:rPr lang="en-IN" sz="2000" dirty="0"/>
              <a:t>• AI-powered smart pen that digitizes handwriting written on </a:t>
            </a:r>
            <a:r>
              <a:rPr lang="en-IN" sz="2000" b="1" dirty="0"/>
              <a:t>ordinary paper without using a camera or special paper</a:t>
            </a:r>
            <a:r>
              <a:rPr lang="en-IN" sz="2000" dirty="0"/>
              <a:t>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Uses </a:t>
            </a:r>
            <a:r>
              <a:rPr lang="en-IN" sz="2000" b="1" dirty="0"/>
              <a:t>IMU, pressure sensor, ESP32-C3 and Bluetooth Low Energy (BLE)</a:t>
            </a:r>
            <a:r>
              <a:rPr lang="en-IN" sz="2000" dirty="0"/>
              <a:t> to capture pen movement, writing pressure and stroke patterns in real time.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Applies </a:t>
            </a:r>
            <a:r>
              <a:rPr lang="en-IN" sz="2000" b="1" dirty="0"/>
              <a:t>signal processing, sensor fusion and machine learning</a:t>
            </a:r>
            <a:r>
              <a:rPr lang="en-IN" sz="2000" dirty="0"/>
              <a:t> to reconstruct pen trajectories and recognize handwritten characters/strokes.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Converts handwritten content into </a:t>
            </a:r>
            <a:r>
              <a:rPr lang="en-IN" sz="2000" b="1" dirty="0"/>
              <a:t>digital handwriting/text</a:t>
            </a:r>
            <a:r>
              <a:rPr lang="en-IN" sz="2000" dirty="0"/>
              <a:t> on a laptop or smartphone and can support features such as digital notes and signature verification.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Unique feature:</a:t>
            </a:r>
            <a:r>
              <a:rPr lang="en-IN" sz="2000" dirty="0"/>
              <a:t> combines compact embedded sensing, AI-based trajectory analysis and wireless communication to create a </a:t>
            </a:r>
            <a:r>
              <a:rPr lang="en-IN" sz="2000" b="1" dirty="0"/>
              <a:t>low-cost camera-free handwriting digitization system</a:t>
            </a:r>
            <a:r>
              <a:rPr lang="en-IN" sz="2000" dirty="0"/>
              <a:t> using regular paper.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59175"/>
            <a:ext cx="11331286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Hardware:</a:t>
            </a:r>
            <a:r>
              <a:rPr lang="en-IN" sz="2000" dirty="0"/>
              <a:t> ESP32-C3-MINI-1, MPU6050/6-axis IMU, force-sensitive resistor (FSR), Li-Po battery, charging module and custom PCB.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AI/Software:</a:t>
            </a:r>
            <a:r>
              <a:rPr lang="en-IN" sz="2000" dirty="0"/>
              <a:t> Python, NumPy, SciPy, Scikit-learn/</a:t>
            </a:r>
            <a:r>
              <a:rPr lang="en-IN" sz="2000" dirty="0" err="1"/>
              <a:t>PyTorch</a:t>
            </a:r>
            <a:r>
              <a:rPr lang="en-IN" sz="2000" dirty="0"/>
              <a:t>, signal processing, sensor fusion and machine learning.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Communication:</a:t>
            </a:r>
            <a:r>
              <a:rPr lang="en-IN" sz="2000" dirty="0"/>
              <a:t> Bluetooth Low Energy (BLE) for real-time transfer of pen sensor data to a laptop/mobile device.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Application:</a:t>
            </a:r>
            <a:r>
              <a:rPr lang="en-IN" sz="2000" dirty="0"/>
              <a:t> Python/</a:t>
            </a:r>
            <a:r>
              <a:rPr lang="en-IN" sz="2000" dirty="0" err="1"/>
              <a:t>Streamlit</a:t>
            </a:r>
            <a:r>
              <a:rPr lang="en-IN" sz="2000" dirty="0"/>
              <a:t>-based interface for live handwriting reconstruction, digital note generation and signature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Flow :</a:t>
            </a:r>
          </a:p>
          <a:p>
            <a:pPr algn="just"/>
            <a:r>
              <a:rPr lang="en-IN" sz="2000" dirty="0"/>
              <a:t>Pen Movement &amp; Pressure → IMU/FSR Sensing → ESP32-C3 Data Acquisition → Calibration &amp; Noise Filtering → Sensor Fusion &amp; Feature Extraction → AI-Based Stroke/Trajectory Reconstruction → BLE Transmission → Digital Handwriting / Text Output</a:t>
            </a:r>
          </a:p>
          <a:p>
            <a:pPr algn="just"/>
            <a:r>
              <a:rPr lang="en-IN" sz="2000" b="1" dirty="0"/>
              <a:t>❖   </a:t>
            </a:r>
            <a:r>
              <a:rPr lang="en-IN" sz="2800" b="1" dirty="0"/>
              <a:t>AI Approach :</a:t>
            </a:r>
          </a:p>
          <a:p>
            <a:pPr algn="just"/>
            <a:r>
              <a:rPr lang="en-IN" sz="2000" dirty="0"/>
              <a:t>Sensor Data → Pre-processing → ML Model → Stroke/Character Recognition → Digital Reconstruction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2" y="1041933"/>
            <a:ext cx="11252628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• Uses </a:t>
            </a:r>
            <a:r>
              <a:rPr lang="en-IN" sz="2000" b="1" dirty="0"/>
              <a:t>low-cost, compact and commercially available components</a:t>
            </a:r>
            <a:r>
              <a:rPr lang="en-IN" sz="2000" dirty="0"/>
              <a:t> such as ESP32-C3, IMU and pressure sensors, keeping the prototype within the ₹5,000–₹8,000 budget.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Compact and lightweight design</a:t>
            </a:r>
            <a:r>
              <a:rPr lang="en-IN" sz="2000" dirty="0"/>
              <a:t> can be developed using a custom PCB, making the system practical for integration into a pen-like enclosure.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Handwriting and sensor datasets can be </a:t>
            </a:r>
            <a:r>
              <a:rPr lang="en-IN" sz="2000" b="1" dirty="0"/>
              <a:t>collected directly from multiple users</a:t>
            </a:r>
            <a:r>
              <a:rPr lang="en-IN" sz="2000" dirty="0"/>
              <a:t> and used to train and evaluate machine-learning models.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BLE-based communication and local processing</a:t>
            </a:r>
            <a:r>
              <a:rPr lang="en-IN" sz="2000" dirty="0"/>
              <a:t> enable real-time data transfer with low power consumption and reduce dependence on internet connectivity.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Challenges:</a:t>
            </a:r>
            <a:r>
              <a:rPr lang="en-IN" sz="2000" dirty="0"/>
              <a:t> IMU drift, writing-style variation, limited battery capacity, sensor noise, compact PCB design and accurate trajectory reconstruction.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Solutions:</a:t>
            </a:r>
            <a:r>
              <a:rPr lang="en-IN" sz="2000" dirty="0"/>
              <a:t> sensor calibration, filtering and sensor fusion, user-diverse training data, lightweight ML models, optimized power management and progressive miniaturization.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2" y="1351508"/>
            <a:ext cx="1125262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response time during accidents and emergencies.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worker location and safety status.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hazardous gases and environmental conditions before they become critical.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risk of undetected falls, injuries and prolonged exposure to hazards.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workplace safety and enables data-driven safety management.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reduce accident-related medical, operational and financial losses.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construction sites, mines, tunnels and other high-risk workplaces.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20730"/>
            <a:ext cx="11252627" cy="587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/>
              <a:t>Research papers on : </a:t>
            </a:r>
            <a:endParaRPr lang="en-IN" sz="2000" b="1" dirty="0"/>
          </a:p>
          <a:p>
            <a:pPr lvl="0" algn="just"/>
            <a:r>
              <a:rPr lang="en-IN" sz="2000" dirty="0"/>
              <a:t>IMU-based handwriting recognition using sensor-equipped pens </a:t>
            </a:r>
          </a:p>
          <a:p>
            <a:pPr lvl="0" algn="just"/>
            <a:r>
              <a:rPr lang="en-IN" sz="2000" dirty="0"/>
              <a:t>Handwriting trajectory reconstruction from inertial sensor data </a:t>
            </a:r>
          </a:p>
          <a:p>
            <a:pPr lvl="0" algn="just"/>
            <a:r>
              <a:rPr lang="en-IN" sz="2000" dirty="0"/>
              <a:t>Sensor fusion using IMU and force/pressure sensing for smart pens </a:t>
            </a:r>
          </a:p>
          <a:p>
            <a:pPr lvl="0" algn="just"/>
            <a:r>
              <a:rPr lang="en-IN" sz="2000" dirty="0"/>
              <a:t>Writer-independent handwriting recognition using machine learning and deep learning </a:t>
            </a:r>
          </a:p>
          <a:p>
            <a:pPr lvl="0" algn="just"/>
            <a:endParaRPr lang="en-IN" sz="2000" dirty="0"/>
          </a:p>
          <a:p>
            <a:pPr lvl="0" algn="just"/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ESP32-C3-MINI-1 Technical Documentation — </a:t>
            </a:r>
            <a:r>
              <a:rPr lang="en-IN" sz="2000" b="1" dirty="0" err="1"/>
              <a:t>Espressif</a:t>
            </a:r>
            <a:r>
              <a:rPr lang="en-IN" sz="2000" b="1" dirty="0"/>
              <a:t> Systems</a:t>
            </a:r>
            <a:r>
              <a:rPr lang="en-IN" sz="2000" dirty="0"/>
              <a:t> 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Bluetooth Low Energy Documentation — </a:t>
            </a:r>
            <a:r>
              <a:rPr lang="en-IN" sz="2000" b="1" dirty="0" err="1"/>
              <a:t>Espressif</a:t>
            </a:r>
            <a:r>
              <a:rPr lang="en-IN" sz="2000" b="1" dirty="0"/>
              <a:t> Systems</a:t>
            </a:r>
            <a:r>
              <a:rPr lang="en-IN" sz="2000" dirty="0"/>
              <a:t> 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MPU6050 / Inertial Sensor Technical Documentation — TDK </a:t>
            </a:r>
            <a:r>
              <a:rPr lang="en-IN" sz="2000" b="1" dirty="0" err="1"/>
              <a:t>InvenSense</a:t>
            </a:r>
            <a:endParaRPr lang="en-IN" sz="2000" dirty="0"/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Force Sensing Resistor (FSR) Datasheet — Interlink Electronics</a:t>
            </a:r>
            <a:r>
              <a:rPr lang="en-IN" sz="2000" dirty="0"/>
              <a:t> 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 err="1"/>
              <a:t>OnHW</a:t>
            </a:r>
            <a:r>
              <a:rPr lang="en-IN" sz="2000" b="1" dirty="0"/>
              <a:t> Dataset: Online Handwriting Recognition from IMU-Enhanced Pens — ACM</a:t>
            </a:r>
            <a:r>
              <a:rPr lang="en-IN" sz="2000" dirty="0"/>
              <a:t> 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Surface-Free Multi-Stroke Trajectory Reconstruction Using an IMU-Enhanced Digital Pen</a:t>
            </a:r>
            <a:r>
              <a:rPr lang="en-IN" sz="2000" dirty="0"/>
              <a:t> </a:t>
            </a:r>
          </a:p>
          <a:p>
            <a:pPr algn="just"/>
            <a:r>
              <a:rPr lang="en-IN" sz="2000" dirty="0"/>
              <a:t>• </a:t>
            </a:r>
            <a:r>
              <a:rPr lang="en-IN" sz="2000" b="1" dirty="0"/>
              <a:t>Robust and Efficient Writer-Independent IMU-Based Handwriting Recognition — 2026</a:t>
            </a:r>
            <a:r>
              <a:rPr lang="en-IN" sz="2000" dirty="0"/>
              <a:t> </a:t>
            </a:r>
          </a:p>
          <a:p>
            <a:br>
              <a:rPr lang="en-IN" sz="2000" dirty="0"/>
            </a:br>
            <a:endParaRPr lang="en-IN" sz="2000" dirty="0"/>
          </a:p>
          <a:p>
            <a:pPr lvl="0"/>
            <a:endParaRPr lang="en-IN" sz="24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7537</TotalTime>
  <Words>677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SUMIT BHAVSAR</cp:lastModifiedBy>
  <cp:revision>152</cp:revision>
  <dcterms:created xsi:type="dcterms:W3CDTF">2013-12-12T18:46:50Z</dcterms:created>
  <dcterms:modified xsi:type="dcterms:W3CDTF">2026-09-29T04:30:30Z</dcterms:modified>
  <cp:category/>
</cp:coreProperties>
</file>