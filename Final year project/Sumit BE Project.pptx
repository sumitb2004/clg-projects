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693630" y="186108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747221"/>
            <a:ext cx="8241215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100" dirty="0"/>
              <a:t>AI-Based Traffic Violation Detection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	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 +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85799" y="1395246"/>
            <a:ext cx="10896601" cy="384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</a:t>
            </a:r>
          </a:p>
          <a:p>
            <a:pPr marL="4320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</a:rPr>
              <a:t>AI-based system to automatically detect traffic signal violations using CCTV/video footage.</a:t>
            </a:r>
          </a:p>
          <a:p>
            <a:pPr marL="4320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</a:rPr>
              <a:t>Uses YOLO-based object detection to identify vehicles in real time.</a:t>
            </a:r>
            <a:r>
              <a:rPr lang="en-IN" sz="2400" dirty="0">
                <a:latin typeface="+mj-lt"/>
                <a:cs typeface="Times New Roman" panose="02020603050405020304" pitchFamily="18" charset="0"/>
              </a:rPr>
              <a:t> </a:t>
            </a:r>
          </a:p>
          <a:p>
            <a:pPr marL="4320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</a:rPr>
              <a:t>Detects red-light and stop-line violations by tracking vehicle movement.</a:t>
            </a:r>
          </a:p>
          <a:p>
            <a:pPr marL="4320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</a:rPr>
              <a:t>Uses ANPR + OCR to identify the violating vehicle's number plate.</a:t>
            </a:r>
          </a:p>
          <a:p>
            <a:pPr marL="4320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</a:rPr>
              <a:t>Automatically captures photo/video evidence, timestamp, and location.</a:t>
            </a:r>
          </a:p>
          <a:p>
            <a:pPr marL="4320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</a:rPr>
              <a:t>Stores violations in a centralized database/dashboard for monitoring. </a:t>
            </a:r>
          </a:p>
          <a:p>
            <a:pPr marL="4320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</a:rPr>
              <a:t>Designed as a low-cost and scalable alternative to expensive traffic enforcement infrastructure.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401687"/>
            <a:ext cx="11420171" cy="43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:</a:t>
            </a:r>
          </a:p>
          <a:p>
            <a:pPr lvl="0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/>
              <a:t>CCTV/Webcam, Raspberry Pi/PC, traffic signal LEDs, optional GPS module.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AI/Software: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/>
              <a:t>Python, OpenCV, YOLO, Object Tracking, OCR/ANPR, </a:t>
            </a:r>
            <a:r>
              <a:rPr lang="en-IN" sz="2400" dirty="0" err="1"/>
              <a:t>FastAPI</a:t>
            </a:r>
            <a:r>
              <a:rPr lang="en-IN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/>
              <a:t>Wi-Fi/Ethernet, HTTP/REST API for camera-server and data communication.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/>
              <a:t>Web dashboard for real-time monitoring, violation alerts, evidence and analytics.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Flow:</a:t>
            </a:r>
          </a:p>
          <a:p>
            <a:r>
              <a:rPr lang="en-IN" sz="2400" dirty="0"/>
              <a:t>Camera → Video Processing → AI Vehicle Detection → Signal/Stop-Line Detection →          Violation Detection → ANPR/OCR → Database → Dashboard/Alert.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36174"/>
            <a:ext cx="10352809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Technical</a:t>
            </a:r>
            <a:r>
              <a:rPr lang="en-IN" sz="2400" dirty="0"/>
              <a:t>: Uses proven AI/CV technologies such as YOLO, OpenCV and ANPR/OCR.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Economic</a:t>
            </a:r>
            <a:r>
              <a:rPr lang="en-IN" sz="2400" dirty="0"/>
              <a:t>: Low-cost prototype using existing cameras and computing devices.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Operational</a:t>
            </a:r>
            <a:r>
              <a:rPr lang="en-IN" sz="2400" dirty="0"/>
              <a:t>: Automated 24×7 monitoring reduces dependence on manual surveillance.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Scalable</a:t>
            </a:r>
            <a:r>
              <a:rPr lang="en-IN" sz="2400" dirty="0"/>
              <a:t>: Can be deployed across multiple junctions and expanded to other violations.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Practical</a:t>
            </a:r>
            <a:r>
              <a:rPr lang="en-IN" sz="2400" dirty="0"/>
              <a:t>: Generates real-time alerts and evidence for traffic authorities.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Sustainable</a:t>
            </a:r>
            <a:r>
              <a:rPr lang="en-IN" sz="2400" dirty="0"/>
              <a:t>: Can integrate with existing CCTV infrastructure, reducing additional hardware requirements.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36174"/>
            <a:ext cx="1025929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Improved Road Safety</a:t>
            </a:r>
            <a:r>
              <a:rPr lang="en-IN" sz="2400" dirty="0"/>
              <a:t>: Helps reduce traffic violations and accidents.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24×7 Monitoring</a:t>
            </a:r>
            <a:r>
              <a:rPr lang="en-IN" sz="2400" dirty="0"/>
              <a:t>: Enables continuous automated traffic surveillance.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Faster Enforcement</a:t>
            </a:r>
            <a:r>
              <a:rPr lang="en-IN" sz="2400" dirty="0"/>
              <a:t>: Automatically detects violations and generates evidence.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Reduced Manpower</a:t>
            </a:r>
            <a:r>
              <a:rPr lang="en-IN" sz="2400" dirty="0"/>
              <a:t>: Minimizes the need for continuous manual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Cost Effective</a:t>
            </a:r>
            <a:r>
              <a:rPr lang="en-IN" sz="2400" dirty="0"/>
              <a:t>: Provides an affordable alternative for wider deployment.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Scalable:</a:t>
            </a:r>
            <a:r>
              <a:rPr lang="en-IN" sz="2400" dirty="0"/>
              <a:t> Can be extended to helmet, seatbelt, wrong-side and other violations.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Data-Driven Traffic Management</a:t>
            </a:r>
            <a:r>
              <a:rPr lang="en-IN" sz="2400" dirty="0"/>
              <a:t>: Provides violation statistics to identify high-risk locations and peak violation times.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20730"/>
            <a:ext cx="9170486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Research papers on:</a:t>
            </a:r>
            <a:r>
              <a:rPr lang="en-IN" dirty="0"/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AI-based traffic signal violation detection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Computer vision-based vehicle detection and tracking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Automatic Number Plate Recognition (ANPR) using AI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Intelligent Transportation Systems (ITS) </a:t>
            </a:r>
          </a:p>
          <a:p>
            <a:pPr lvl="1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YOLO Object Detection Research — </a:t>
            </a:r>
            <a:r>
              <a:rPr lang="en-IN" dirty="0" err="1"/>
              <a:t>Ultralytics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OpenCV Documentation — OpenCV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ANPR/OCR Research — Automatic Number Plate Recognition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e-Challan &amp; Traffic Enforcement — Ministry of Road Transport &amp; Highways (MoRTH)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AI Traffic Violation Detection — IIIT Hyderabad (VIOLA)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Intelligent Transportation Systems Research — IEEE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7554</TotalTime>
  <Words>500</Words>
  <Application>Microsoft Office PowerPoint</Application>
  <PresentationFormat>Widescreen</PresentationFormat>
  <Paragraphs>71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Sumit Bhavsar</cp:lastModifiedBy>
  <cp:revision>152</cp:revision>
  <dcterms:created xsi:type="dcterms:W3CDTF">2013-12-12T18:46:50Z</dcterms:created>
  <dcterms:modified xsi:type="dcterms:W3CDTF">2026-08-12T04:24:59Z</dcterms:modified>
  <cp:category/>
</cp:coreProperties>
</file>