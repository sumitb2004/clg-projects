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8826427" y="174722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7772" y="1431178"/>
            <a:ext cx="8350598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-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Early Health Risk Detection &amp; Remote Monitoring System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Software + 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 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29773" y="1395246"/>
            <a:ext cx="11700163" cy="4216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 smart wearable device designed to continuously monitor the user's vital health parameters and physical activity.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Uses heart-rate, SpO₂ and motion sensors to track the user's health condition in real time.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Detects falls, abnormal heart-rate levels and other critical situations using sensor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When an emergency is detected, the device automatically sends an alert message to a predefined emergency contact.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 alert can include the type of emergency and the user's location, enabling faster assistance.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Unique feature: combines health monitoring, fall detection and automatic emergency notification in a single compact wearable device.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SIH Idea Submission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772" y="1401687"/>
            <a:ext cx="11700163" cy="4647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lvl="0" indent="-457200">
              <a:buFont typeface="Wingdings" panose="05000000000000000000" pitchFamily="2" charset="2"/>
              <a:buChar char="v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:</a:t>
            </a:r>
          </a:p>
          <a:p>
            <a:pPr lvl="0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b="1" dirty="0"/>
              <a:t>Hardware:</a:t>
            </a:r>
            <a:r>
              <a:rPr lang="en-IN" sz="2400" dirty="0"/>
              <a:t> ESP32, MAX30102 Heart-Rate/SpO₂ Sensor, MPU6050 Accelerometer &amp; Gyroscope, GPS Module, GSM Module, Buzzer and Emergency Button. </a:t>
            </a:r>
          </a:p>
          <a:p>
            <a:pPr lvl="0"/>
            <a:r>
              <a:rPr lang="en-IN" sz="2400" b="1" dirty="0"/>
              <a:t>Software:</a:t>
            </a:r>
            <a:r>
              <a:rPr lang="en-IN" sz="2400" dirty="0"/>
              <a:t> Arduino IDE, Embedded C/C++ and Python for data processing. </a:t>
            </a:r>
          </a:p>
          <a:p>
            <a:pPr lvl="0"/>
            <a:r>
              <a:rPr lang="en-IN" sz="2400" b="1" dirty="0"/>
              <a:t>Communication:</a:t>
            </a:r>
            <a:r>
              <a:rPr lang="en-IN" sz="2400" dirty="0"/>
              <a:t> GSM/Bluetooth/Wi-Fi for transmitting health data and emergency alerts. </a:t>
            </a:r>
          </a:p>
          <a:p>
            <a:pPr lvl="0"/>
            <a:r>
              <a:rPr lang="en-IN" sz="2400" b="1" dirty="0"/>
              <a:t>Monitoring:</a:t>
            </a:r>
            <a:r>
              <a:rPr lang="en-IN" sz="2400" dirty="0"/>
              <a:t> Mobile/Web interface for viewing health parameters and receiving emergency notifications.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Flow :</a:t>
            </a:r>
          </a:p>
          <a:p>
            <a:r>
              <a:rPr lang="en-IN" sz="2400" dirty="0"/>
              <a:t>Sensors → ESP32 → Data Processing → Fall/Health Condition Detection → GSM/Wi-Fi → Emergency Contact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SIH Idea Submission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772" y="1351508"/>
            <a:ext cx="9450314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low-cost and commercially available sensors and microcontrollers, making the system affordable for student-level implementation.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compact design can be integrated into a watch or wrist-worn wearable device for convenient and continuous monitoring.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and motion data can be processed using the ESP32, reducing the need for complex hardware.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operate through GSM, Bluetooth or Wi-Fi depending on the communication requirements.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 sensor accuracy, false fall detection, battery life, network availability and reliable health-data monitoring.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Solutions: sensor fusion, threshold-based detection, power-efficient programming, periodic sensor calibration and reliable emergency-alert mechanisms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SIH Idea Submission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772" y="1351508"/>
            <a:ext cx="9450314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continuous monitoring of vital health parameters such as heart rate and SpO₂.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quick detection of falls and abnormal health conditions.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sends emergency alerts to predefined contacts, reducing response time during critical situations.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the user's location during emergencies to help contacts reach them quickly.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personal safety and health awareness, especially for elderly people and individuals living alone.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Compact wearable design makes the system portable, convenient and suitable for everyday use.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help reduce the risk of delayed assistance during accidents or medical emergencies.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SIH Idea Submission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773" y="1320730"/>
            <a:ext cx="9450313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 on :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IoT-based wearable health monitoring systems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fall detection and emergency alert systems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heart-rate and SpO₂ monitoring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Sensor-based human activity and fall detection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GPS/GSM-based emergency notification systems 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Technical Documentation —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Espressif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MAX30102 Datasheet — Analog Devices / Maxim Integrated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MPU6050 Datasheet — TDK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InvenSense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Documentation — Arduino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 on IoT-based wearable health monitoring and fall detection systems</a:t>
            </a:r>
          </a:p>
          <a:p>
            <a:pPr lvl="0"/>
            <a:endParaRPr lang="en-IN" sz="2400" dirty="0"/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SIH Idea Submission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7561</TotalTime>
  <Words>554</Words>
  <Application>Microsoft Office PowerPoint</Application>
  <PresentationFormat>Widescreen</PresentationFormat>
  <Paragraphs>71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Sumit Bhavsar</cp:lastModifiedBy>
  <cp:revision>153</cp:revision>
  <dcterms:created xsi:type="dcterms:W3CDTF">2013-12-12T18:46:50Z</dcterms:created>
  <dcterms:modified xsi:type="dcterms:W3CDTF">2026-08-12T04:32:19Z</dcterms:modified>
  <cp:category/>
</cp:coreProperties>
</file>